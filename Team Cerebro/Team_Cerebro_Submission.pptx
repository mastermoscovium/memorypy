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erebro_logo_17792646823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57200"/>
            <a:ext cx="2834640" cy="2834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CEREBRO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7C3AED"/>
                </a:solidFill>
                <a:latin typeface="Calibri"/>
              </a:defRPr>
            </a:pPr>
            <a:r>
              <a:t>Real-Time Neurodivergent Classroom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502920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AI-powered Chrome Extension that transforms lectures into adaptive learning experiences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Team Cerebro  •  Education &amp; Neurodivergent Learning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Education Wasn't Designed for Every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4200" b="1">
                <a:solidFill>
                  <a:srgbClr val="7C3AED"/>
                </a:solidFill>
                <a:latin typeface="Calibri"/>
              </a:defRPr>
            </a:pPr>
            <a:r>
              <a:t>15-20%</a:t>
            </a:r>
          </a:p>
          <a:p>
            <a:pPr>
              <a:spcAft>
                <a:spcPts val="239"/>
              </a:spcAft>
              <a:defRPr sz="1800" b="0">
                <a:solidFill>
                  <a:srgbClr val="E6EDF3"/>
                </a:solidFill>
                <a:latin typeface="Calibri"/>
              </a:defRPr>
            </a:pPr>
            <a:r>
              <a:t>of all students are neurodivergent</a:t>
            </a:r>
          </a:p>
          <a:p>
            <a:pPr>
              <a:spcAft>
                <a:spcPts val="239"/>
              </a:spcAft>
              <a:defRPr sz="8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239"/>
              </a:spcAft>
              <a:defRPr sz="4200" b="1">
                <a:solidFill>
                  <a:srgbClr val="F43F5E"/>
                </a:solidFill>
                <a:latin typeface="Calibri"/>
              </a:defRPr>
            </a:pPr>
            <a:r>
              <a:t>70%</a:t>
            </a:r>
          </a:p>
          <a:p>
            <a:pPr>
              <a:spcAft>
                <a:spcPts val="239"/>
              </a:spcAft>
              <a:defRPr sz="1800" b="0">
                <a:solidFill>
                  <a:srgbClr val="E6EDF3"/>
                </a:solidFill>
                <a:latin typeface="Calibri"/>
              </a:defRPr>
            </a:pPr>
            <a:r>
              <a:t>disengagement rate in traditional lectures</a:t>
            </a:r>
          </a:p>
          <a:p>
            <a:pPr>
              <a:spcAft>
                <a:spcPts val="239"/>
              </a:spcAft>
              <a:defRPr sz="8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239"/>
              </a:spcAft>
              <a:defRPr sz="3600" b="1">
                <a:solidFill>
                  <a:srgbClr val="F59E0B"/>
                </a:solidFill>
                <a:latin typeface="Calibri"/>
              </a:defRPr>
            </a:pPr>
            <a:r>
              <a:t>$2.4 Trillion</a:t>
            </a:r>
          </a:p>
          <a:p>
            <a:pPr>
              <a:spcAft>
                <a:spcPts val="239"/>
              </a:spcAft>
              <a:defRPr sz="1600" b="0">
                <a:solidFill>
                  <a:srgbClr val="E6EDF3"/>
                </a:solidFill>
                <a:latin typeface="Calibri"/>
              </a:defRPr>
            </a:pPr>
            <a:r>
              <a:t>global EdTech market — yet minimal focus on</a:t>
            </a:r>
          </a:p>
          <a:p>
            <a:pPr>
              <a:spcAft>
                <a:spcPts val="239"/>
              </a:spcAft>
              <a:defRPr sz="1600" b="0">
                <a:solidFill>
                  <a:srgbClr val="E6EDF3"/>
                </a:solidFill>
                <a:latin typeface="Calibri"/>
              </a:defRPr>
            </a:pPr>
            <a:r>
              <a:t>neurodivergent accessibility</a:t>
            </a:r>
          </a:p>
        </p:txBody>
      </p:sp>
      <p:pic>
        <p:nvPicPr>
          <p:cNvPr id="6" name="Picture 5" descr="problem_infographic_17792646967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8B949E"/>
                </a:solidFill>
                <a:latin typeface="Calibri"/>
              </a:defRPr>
            </a:pPr>
            <a:r>
              <a:t>⚡ ADHD students lose focus every 3-5 min  •  📖 Dyslexic students need 2-3× more processing time  •  🧩 ASD students require structured, literal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Cerebro — Your AI Learning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rebro_ui_mockup_1779264729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0292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0" y="1508760"/>
            <a:ext cx="612648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508760"/>
            <a:ext cx="63500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5636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🧠  AI Smart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745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Real-time transcript → structured, timestamped notes with keyword highlighting &amp; one-click simplification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350008"/>
            <a:ext cx="612648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2350008"/>
            <a:ext cx="63500" cy="7498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⏸️  Smart Pause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157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Detects tab switches, alt-tabs &amp; inactivity — auto-pauses video and generates AI catch-up summary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191256"/>
            <a:ext cx="612648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191256"/>
            <a:ext cx="6350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2461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❓  Quiz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5701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AI creates MCQs from lecture content for active recall — the #1 study technique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032504"/>
            <a:ext cx="612648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4032504"/>
            <a:ext cx="63500" cy="7498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0873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⏱️  Pomodoro Timer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39826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Focus timer with auto-pause, break reminders &amp; session tracking for sustained 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4873752"/>
            <a:ext cx="612648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0" y="4873752"/>
            <a:ext cx="6350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9286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 Engagement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23951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Interaction-based focus tracking — no webcam needed. Streaks &amp; session 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5715000"/>
            <a:ext cx="612648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5715000"/>
            <a:ext cx="63500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576986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🔄  Cloud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080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Firebase-powered sync across devices. Your notes, everywhere.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Architecture &amp; Technical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diagram_17792647417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029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463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874519"/>
            <a:ext cx="59436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92938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2938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Chrome Manifest V3 — Side Panel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40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Vanilla HTML/CSS/JS, no build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743199"/>
            <a:ext cx="59436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79806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9806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Gemini 2.0 Flash — Structured JSON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1089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Notes + Keywords + Quiz in a single API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611879"/>
            <a:ext cx="59436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366674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Transcription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66674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Smart Dual Strategy — Zero-cost where possible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YouTube: native captions | Meet/Zoom: audio capture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4480559"/>
            <a:ext cx="59436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453542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3542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Firebase Auth + Cloud Firestore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8463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Google Sign-In via chrome.identity, real-time 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5349239"/>
            <a:ext cx="59436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540410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Focus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40410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chrome.alarms + visibilitychange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71499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Pomodoro, Smart Pause, Engagement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6263640"/>
            <a:ext cx="59436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6291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 INNOVATION: Smart Pause detects 5 distraction signals (tab switch, alt-tab, window blur, inactivity, rapid tab-cycling) and generates AI catch-up summaries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Transforming Education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pact_scalability_1779264756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30352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🎯  Immediate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65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Improves accessibility for 15-20% of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40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Reduces note-taking cognitive load by up to 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514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Increases focus with Smart Pause &amp; Pomodoro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971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🚀 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Chrome Web Store — instant global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No infrastructure needed — fully client-side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5 platforms supported from day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🔮  Future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00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Multi-language support (30+ languages)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Teacher dashboard for class-wide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49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•  Curriculum upload → AI adaptive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52160"/>
            <a:ext cx="1161288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🧠 Cerebro is not just a tool — it's an adaptive learning infrastructure that empowers every student to learn in their own way.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4B8A6"/>
                </a:solidFill>
                <a:latin typeface="Calibri"/>
              </a:defRPr>
            </a:pPr>
            <a:r>
              <a:t>Downloadable today from the Chrome Web Store  •  Zero setup  •  Works instantly on YouTube, Meet, Zoom, Coursera &amp; Khan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